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between the lines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33172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evidence-first candidate ranker for the Redrob Intelligent Candidate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Ranking Challenge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4206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candidates  ·  one Senior AI Engineer JD  ·  94 seconds  ·  zero LLM calls at rank time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09560" y="41148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8366760" y="1051560"/>
            <a:ext cx="457200" cy="457200"/>
          </a:xfrm>
          <a:prstGeom prst="ellipse">
            <a:avLst/>
          </a:prstGeom>
          <a:solidFill>
            <a:srgbClr val="4A589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pool is designed to fool keyword systems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30 minutes of data exploration told us before any code was written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05072" cy="1444752"/>
          </a:xfrm>
          <a:prstGeom prst="roundRect">
            <a:avLst>
              <a:gd name="adj" fmla="val 3797"/>
            </a:avLst>
          </a:prstGeom>
          <a:solidFill>
            <a:srgbClr val="F4F7FE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1790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12140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pool has non-engineering titles (HR, accounting, civil...) — bulk noise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81728" y="1371600"/>
            <a:ext cx="4005072" cy="1444752"/>
          </a:xfrm>
          <a:prstGeom prst="roundRect">
            <a:avLst>
              <a:gd name="adj" fmla="val 3797"/>
            </a:avLst>
          </a:prstGeom>
          <a:solidFill>
            <a:srgbClr val="F4F7FE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0328" y="151790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~5,100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910328" y="212140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stuffers: non-technical profiles listing RAG, Pinecone, FAISS as skills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999232"/>
            <a:ext cx="4005072" cy="1444752"/>
          </a:xfrm>
          <a:prstGeom prst="roundRect">
            <a:avLst>
              <a:gd name="adj" fmla="val 3797"/>
            </a:avLst>
          </a:prstGeom>
          <a:solidFill>
            <a:srgbClr val="F4F7FE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14553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85800" y="374904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honeypots with subtly impossible profiles — &gt;10% of them in a top-100 disqualifies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81728" y="2999232"/>
            <a:ext cx="4005072" cy="1444752"/>
          </a:xfrm>
          <a:prstGeom prst="roundRect">
            <a:avLst>
              <a:gd name="adj" fmla="val 3797"/>
            </a:avLst>
          </a:prstGeom>
          <a:solidFill>
            <a:srgbClr val="F4F7FE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314553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 5 min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910328" y="374904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CPU-only, 16 GB, no network: no LLM-per-candidate architectures allowed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behavioral twins (identical on paper, different availability) and “plain-language Tier 5s” who never use a single buzzword.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insight: the traps live close to the JD in embedding space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005072" cy="3246120"/>
          </a:xfrm>
          <a:prstGeom prst="roundRect">
            <a:avLst>
              <a:gd name="adj" fmla="val 1690"/>
            </a:avLst>
          </a:prstGeom>
          <a:solidFill>
            <a:srgbClr val="F4F7FE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5361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A60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usual hybrid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13232" y="1938528"/>
            <a:ext cx="3520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JD + profiles, rank by similarity, sprinkle rules on top.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stuffer's skill list is engineered to sit next to the JD in vector space. Similarity-driven ranking maximizes exactly the failure mode this dataset punishes.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81728" y="1325880"/>
            <a:ext cx="4005072" cy="3246120"/>
          </a:xfrm>
          <a:prstGeom prst="roundRect">
            <a:avLst>
              <a:gd name="adj" fmla="val 1690"/>
            </a:avLst>
          </a:prstGeom>
          <a:solidFill>
            <a:srgbClr val="1E2761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5361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inversion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937760" y="1938528"/>
            <a:ext cx="3520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JD-derived evidence reasoning drives the score.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read from career-history prose — text someone had to write about real work — never from the self-reported skills list. Semantic similarity (TF-IDF) enters only as a 15% refinement on an already-vetted shortlist.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Architecture: a funnel that earns trust at every stage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298448"/>
            <a:ext cx="5943600" cy="621792"/>
          </a:xfrm>
          <a:prstGeom prst="roundRect">
            <a:avLst>
              <a:gd name="adj" fmla="val 7353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134416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100,000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691640" y="1344168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pool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37960" y="1316736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JSONL, one pass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020824"/>
            <a:ext cx="5029200" cy="621792"/>
          </a:xfrm>
          <a:prstGeom prst="roundRect">
            <a:avLst>
              <a:gd name="adj" fmla="val 7353"/>
            </a:avLst>
          </a:prstGeom>
          <a:solidFill>
            <a:srgbClr val="4A5899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06654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~32,000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91640" y="206654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prescreen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37960" y="2039112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JD's own rule: non-engineering titles are out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4114800" cy="621792"/>
          </a:xfrm>
          <a:prstGeom prst="roundRect">
            <a:avLst>
              <a:gd name="adj" fmla="val 735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78892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~21,000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91640" y="27889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+ evidence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2761488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gates · evidence from career prose · availability multiplier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465576"/>
            <a:ext cx="3200400" cy="621792"/>
          </a:xfrm>
          <a:prstGeom prst="roundRect">
            <a:avLst>
              <a:gd name="adj" fmla="val 7353"/>
            </a:avLst>
          </a:prstGeom>
          <a:solidFill>
            <a:srgbClr val="4A5899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511296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91640" y="351129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refine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3483864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 vs JD, 15% blend — tie-breaker, never driver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187952"/>
            <a:ext cx="2286000" cy="621792"/>
          </a:xfrm>
          <a:prstGeom prst="roundRect">
            <a:avLst>
              <a:gd name="adj" fmla="val 7353"/>
            </a:avLst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4233672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91640" y="423367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output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37960" y="4206240"/>
            <a:ext cx="2148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fact-grounded reasoning per candidate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comes from what they did, not what they claim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concept lexicons applied to career-history descriptions and titles only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5120640" cy="603504"/>
          </a:xfrm>
          <a:prstGeom prst="roundRect">
            <a:avLst>
              <a:gd name="adj" fmla="val 9091"/>
            </a:avLst>
          </a:prstGeom>
          <a:solidFill>
            <a:srgbClr val="F4F7FE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36192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(w 3.0)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87168" y="15361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FAISS, vector DBs, semantic search, HNSW, dense retrieval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120640" cy="603504"/>
          </a:xfrm>
          <a:prstGeom prst="roundRect">
            <a:avLst>
              <a:gd name="adj" fmla="val 9091"/>
            </a:avLst>
          </a:prstGeom>
          <a:solidFill>
            <a:srgbClr val="F4F7FE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249424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(w 3.0)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87168" y="2249424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models, recommenders, LTR, BM25, discovery feeds, search relevance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907792"/>
            <a:ext cx="5120640" cy="603504"/>
          </a:xfrm>
          <a:prstGeom prst="roundRect">
            <a:avLst>
              <a:gd name="adj" fmla="val 9091"/>
            </a:avLst>
          </a:prstGeom>
          <a:solidFill>
            <a:srgbClr val="F4F7FE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962656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(w 2.5)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87168" y="296265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NDCG, MRR, A/B tests, offline-online correlation, relevance judgments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621024"/>
            <a:ext cx="51206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675888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(w 0.8–1.5)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87168" y="3675888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engineering · NLP/IR · production scale · XGBoost-LTR · open source · HR-tech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06440" y="1481328"/>
            <a:ext cx="2880360" cy="27432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6459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Context-weighted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35040" y="2029968"/>
            <a:ext cx="248716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recency decay on past roles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0.55 if earned at a services firm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1.25 conjunction bonus when retrieval AND ranking co-occur — the JD's ideal is the intersection, not the sum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list used only for corroboration: a skill counts when the prose backs it.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each trap dies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05072" cy="1627632"/>
          </a:xfrm>
          <a:prstGeom prst="roundRect">
            <a:avLst>
              <a:gd name="adj" fmla="val 3371"/>
            </a:avLst>
          </a:prstGeom>
          <a:solidFill>
            <a:srgbClr val="F4F7FE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463040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452067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" y="14264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stuffers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1847088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 AI skill claims with ≤1 corroborated in work history and no core evidence → ×0.10. Non-engineering titles never enter scoring at all (the JD's explicit rule).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681728" y="1280160"/>
            <a:ext cx="4005072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82896" y="1463040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4882896" y="1452067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14264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Honeypots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01184" y="1847088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Internal-consistency gates: job duration contradicting its own dates (&gt;12 mo), claimed YoE exceeding the dated career span, “expert” skills with zero months of use. 65 profiles flagged; 0 honeypots in our top-100 even under tightened thresholds.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005072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321868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207715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3182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Behavioral twins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6656" y="3602736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is a multiplier on fit, not a feature: last-active decay, recruiter response rate, interview completion, notice period, location/visa. Identical resumes separate cleanly.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4681728" y="3035808"/>
            <a:ext cx="4005072" cy="1627632"/>
          </a:xfrm>
          <a:prstGeom prst="roundRect">
            <a:avLst>
              <a:gd name="adj" fmla="val 3371"/>
            </a:avLst>
          </a:prstGeom>
          <a:solidFill>
            <a:srgbClr val="F4F7FE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82896" y="321868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882896" y="3207715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0" y="3182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Plain-language Tier 5s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01184" y="3602736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Lexicons include prose phrases (“built a recommendation system”, “discovery feed”, “collaborative filtering”) — candidates who never say RAG or Pinecone still surface.</a:t>
            </a:r>
            <a:endParaRPr lang="en-US" sz="10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weight traces to a JD sentence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docs/JD_MAPPING.md in the repo carries the full table — a sample: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4475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0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“research-only careers — we will not move forward”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773168" y="144475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102352" y="144475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research_only → ×0.15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0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“under 12 months of LangChain calling OpenAI”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73168" y="192024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02352" y="192024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shallow_llm → ×0.55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0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“only worked at consulting firms in their entire career”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73168" y="239572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02352" y="2395728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services-only → ×0.30 (prior product experience passes, as the JD allows)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287121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0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“CV/speech/robotics without significant NLP/IR exposure”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73168" y="287121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02352" y="2871216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cv_primary → ×0.35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34670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0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“title-chasers switching every 1.5 years”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73168" y="334670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02352" y="3346704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hopper → ×0.75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82219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0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“hasn't written production code in 18 months”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73168" y="382219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02352" y="3822192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non-coding title → ×0.60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0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“5–9 years... ideal 6–8”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73168" y="429768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02352" y="4297680"/>
            <a:ext cx="3611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experience trapezoid, plateau 5–9, peak 6–8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on the full 100K pool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1938528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5216" y="148132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 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084832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run, laptop CPU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(budget: 300 s)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578608" y="1325880"/>
            <a:ext cx="1938528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06624" y="148132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~1.5 GB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670048" y="2084832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RAM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(budget: 16 GB)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0016" y="1325880"/>
            <a:ext cx="1938528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48132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91456" y="2084832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honeypot flags in top-100,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tightened checks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21424" y="1325880"/>
            <a:ext cx="1938528" cy="1554480"/>
          </a:xfrm>
          <a:prstGeom prst="roundRect">
            <a:avLst>
              <a:gd name="adj" fmla="val 3529"/>
            </a:avLst>
          </a:prstGeom>
          <a:solidFill>
            <a:srgbClr val="F4F7FE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481328"/>
            <a:ext cx="1682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6.3 yrs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12864" y="2084832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experience of top-100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(JD ideal: 6–8)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 w="12700">
            <a:solidFill>
              <a:srgbClr val="E3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255264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reasoning (rank 42)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3602736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“Senior AI Engineer at Apple with 5.9 yrs; shipped ranking/recommendation systems (collaborative filtering, recommendation system) at Apple plus embeddings/vector-retrieval work, aligning well with the JD's production-retrieval focus. Strong availability signals: open to work, active this month, 80% recruiter response rate.”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3659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of the top-100 are India-based · official validator: “Submission is valid.”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hackathon to production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80744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69771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5568" y="13258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the weights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15568" y="170992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rubric is hand-tuned today; with recruiter-engagement labels it becomes a learning-to-rank model over the same interpretable features.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551176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40203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249631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Precompute embeddings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15568" y="28803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sentence-transformer index (allowed outside the 5-min window) upgrades the 15% lexical refinement to true semantic recall — gates still veto.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721608"/>
            <a:ext cx="310896" cy="3108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10635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366674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 the loop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15568" y="405079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NDCG/MRR offline benchmarks + A/B hooks are the JD's weeks 9–12 mandate; the evidence features double as explanation strings recruiters can audit.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73659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rank.py · ranker/ (5 modules) · tests · Streamlit sandbox · docs/JD_MAPPING.md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Redrob Ranker — Approach</dc:title>
  <dc:subject>PptxGenJS Presentation</dc:subject>
  <dc:creator>PptxGenJS</dc:creator>
  <cp:lastModifiedBy>PptxGenJS</cp:lastModifiedBy>
  <cp:revision>1</cp:revision>
  <dcterms:created xsi:type="dcterms:W3CDTF">2026-06-12T07:54:53Z</dcterms:created>
  <dcterms:modified xsi:type="dcterms:W3CDTF">2026-06-12T07:54:53Z</dcterms:modified>
</cp:coreProperties>
</file>